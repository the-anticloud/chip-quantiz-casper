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CASPER | Category: CHIP_QUANTIZATION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CASPER (Upstream open-source component (CASPER) repackaged for offline Anticloud deployment.),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MIT/Apache-2.0;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